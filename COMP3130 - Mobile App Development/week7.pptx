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44" r:id="rId5"/>
    <p:sldId id="447" r:id="rId6"/>
    <p:sldId id="446" r:id="rId7"/>
    <p:sldId id="445" r:id="rId8"/>
  </p:sldIdLst>
  <p:sldSz cx="12192000" cy="6858000"/>
  <p:notesSz cx="6858000" cy="9144000"/>
  <p:embeddedFontLst>
    <p:embeddedFont>
      <p:font typeface="Work Sans" pitchFamily="2" charset="77"/>
      <p:regular r:id="rId11"/>
      <p:bold r:id="rId12"/>
      <p:italic r:id="rId13"/>
      <p:boldItalic r:id="rId14"/>
    </p:embeddedFont>
    <p:embeddedFont>
      <p:font typeface="Work Sans Bold" pitchFamily="2" charset="77"/>
      <p:bold r:id="rId15"/>
    </p:embeddedFont>
    <p:embeddedFont>
      <p:font typeface="Work Sans Light" pitchFamily="2" charset="77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858" userDrawn="1">
          <p15:clr>
            <a:srgbClr val="A4A3A4"/>
          </p15:clr>
        </p15:guide>
        <p15:guide id="2" orient="horz" pos="3838" userDrawn="1">
          <p15:clr>
            <a:srgbClr val="A4A3A4"/>
          </p15:clr>
        </p15:guide>
        <p15:guide id="3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D7E7F0-3B09-8D2D-06BD-6772E466BC63}" name="Sajeda Gani" initials="SG" userId="S::sajeda.gani@cdcbus.com.au::1ffd3e4a-90b0-44a4-a383-985677c9f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8" autoAdjust="0"/>
    <p:restoredTop sz="79521" autoAdjust="0"/>
  </p:normalViewPr>
  <p:slideViewPr>
    <p:cSldViewPr snapToGrid="0">
      <p:cViewPr varScale="1">
        <p:scale>
          <a:sx n="100" d="100"/>
          <a:sy n="100" d="100"/>
        </p:scale>
        <p:origin x="952" y="160"/>
      </p:cViewPr>
      <p:guideLst>
        <p:guide pos="5858"/>
        <p:guide orient="horz" pos="3838"/>
        <p:guide pos="7355"/>
      </p:guideLst>
    </p:cSldViewPr>
  </p:slideViewPr>
  <p:outlineViewPr>
    <p:cViewPr>
      <p:scale>
        <a:sx n="33" d="100"/>
        <a:sy n="33" d="100"/>
      </p:scale>
      <p:origin x="0" y="-1014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3"/>
    </p:cViewPr>
  </p:sorterViewPr>
  <p:notesViewPr>
    <p:cSldViewPr snapToGrid="0">
      <p:cViewPr varScale="1">
        <p:scale>
          <a:sx n="89" d="100"/>
          <a:sy n="89" d="100"/>
        </p:scale>
        <p:origin x="313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BCFED9-9711-7DC8-CC51-F572BB344A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>
              <a:latin typeface="Work Sans Light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88195-5EF2-63BF-8723-D04E9922FC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EA5C6-73EB-4E3E-98D2-0C24F6630EC8}" type="datetimeFigureOut">
              <a:rPr lang="en-AU" smtClean="0">
                <a:latin typeface="Work Sans Light" pitchFamily="2" charset="0"/>
              </a:rPr>
              <a:t>20/4/2026</a:t>
            </a:fld>
            <a:endParaRPr lang="en-AU" dirty="0">
              <a:latin typeface="Work Sans Light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B5278-C18E-193C-DFC8-FD02AD0D74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>
              <a:latin typeface="Work Sans Ligh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A89BB-A527-B4DC-BE2A-A331B82C83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CA646-FA1E-409E-B84B-71E8B8D7626D}" type="slidenum">
              <a:rPr lang="en-AU" smtClean="0">
                <a:latin typeface="Work Sans Light" pitchFamily="2" charset="0"/>
              </a:rPr>
              <a:t>‹#›</a:t>
            </a:fld>
            <a:endParaRPr lang="en-AU" dirty="0"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945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Work Sans Light" pitchFamily="2" charset="0"/>
              </a:defRPr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Work Sans Light" pitchFamily="2" charset="0"/>
              </a:defRPr>
            </a:lvl1pPr>
          </a:lstStyle>
          <a:p>
            <a:fld id="{85688D7E-976C-4B5A-A511-4E529A5F42FF}" type="datetimeFigureOut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Work Sans Light" pitchFamily="2" charset="0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Work Sans Light" pitchFamily="2" charset="0"/>
              </a:defRPr>
            </a:lvl1pPr>
          </a:lstStyle>
          <a:p>
            <a:fld id="{43F4DFC0-1D10-4A64-B265-B5564C76A40D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9744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Work Sans Light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Work Sans Light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Work Sans Light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Work Sans Light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Work Sans Ligh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Cover image">
            <a:extLst>
              <a:ext uri="{FF2B5EF4-FFF2-40B4-BE49-F238E27FC236}">
                <a16:creationId xmlns:a16="http://schemas.microsoft.com/office/drawing/2014/main" id="{519698F5-5642-BF09-E3B8-49AAD8AC027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25E8DD07-1A25-2646-0E95-C7BF4C3C7A9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51270" y="1538893"/>
            <a:ext cx="5489459" cy="38012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AU"/>
              <a:t>Insert (YOU)us lockup</a:t>
            </a:r>
          </a:p>
        </p:txBody>
      </p:sp>
      <p:sp>
        <p:nvSpPr>
          <p:cNvPr id="16" name="Picture Placeholder 15" descr="Macquarie University logo">
            <a:extLst>
              <a:ext uri="{FF2B5EF4-FFF2-40B4-BE49-F238E27FC236}">
                <a16:creationId xmlns:a16="http://schemas.microsoft.com/office/drawing/2014/main" id="{C80078A0-B1C2-F2CD-34EE-1D4F4E5E115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817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 descr="Cover image">
            <a:extLst>
              <a:ext uri="{FF2B5EF4-FFF2-40B4-BE49-F238E27FC236}">
                <a16:creationId xmlns:a16="http://schemas.microsoft.com/office/drawing/2014/main" id="{B9116D33-ED1E-ACD8-6547-24A1C5F64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B2604F25-F0DB-BA47-161F-B04A105685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5953251"/>
            <a:ext cx="1428750" cy="5364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Insert (YOU)us lockup</a:t>
            </a:r>
          </a:p>
        </p:txBody>
      </p:sp>
    </p:spTree>
    <p:extLst>
      <p:ext uri="{BB962C8B-B14F-4D97-AF65-F5344CB8AC3E}">
        <p14:creationId xmlns:p14="http://schemas.microsoft.com/office/powerpoint/2010/main" val="63993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 descr="Cover image">
            <a:extLst>
              <a:ext uri="{FF2B5EF4-FFF2-40B4-BE49-F238E27FC236}">
                <a16:creationId xmlns:a16="http://schemas.microsoft.com/office/drawing/2014/main" id="{B9116D33-ED1E-ACD8-6547-24A1C5F64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813356"/>
          </a:xfrm>
        </p:spPr>
        <p:txBody>
          <a:bodyPr anchor="t" anchorCtr="0">
            <a:noAutofit/>
          </a:bodyPr>
          <a:lstStyle>
            <a:lvl1pPr algn="ctr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14" name="Picture Placeholder 13" descr="(YOU)us ">
            <a:extLst>
              <a:ext uri="{FF2B5EF4-FFF2-40B4-BE49-F238E27FC236}">
                <a16:creationId xmlns:a16="http://schemas.microsoft.com/office/drawing/2014/main" id="{B2604F25-F0DB-BA47-161F-B04A105685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5953251"/>
            <a:ext cx="1428750" cy="5364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Insert (YOU)us lockup</a:t>
            </a:r>
          </a:p>
        </p:txBody>
      </p:sp>
    </p:spTree>
    <p:extLst>
      <p:ext uri="{BB962C8B-B14F-4D97-AF65-F5344CB8AC3E}">
        <p14:creationId xmlns:p14="http://schemas.microsoft.com/office/powerpoint/2010/main" val="33568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(YOU)us">
            <a:extLst>
              <a:ext uri="{FF2B5EF4-FFF2-40B4-BE49-F238E27FC236}">
                <a16:creationId xmlns:a16="http://schemas.microsoft.com/office/drawing/2014/main" id="{8F38FBE8-BF9D-81CC-E496-FEBD07FA15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970" y="1787648"/>
            <a:ext cx="4956058" cy="3282703"/>
          </a:xfrm>
          <a:prstGeom prst="rect">
            <a:avLst/>
          </a:prstGeom>
        </p:spPr>
      </p:pic>
      <p:pic>
        <p:nvPicPr>
          <p:cNvPr id="4" name="Picture Placeholder 14" descr="Macquarie University logo">
            <a:extLst>
              <a:ext uri="{FF2B5EF4-FFF2-40B4-BE49-F238E27FC236}">
                <a16:creationId xmlns:a16="http://schemas.microsoft.com/office/drawing/2014/main" id="{82150DDE-DA95-AA72-674D-E6CEDA29E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6899404" cy="779490"/>
          </a:xfrm>
        </p:spPr>
        <p:txBody>
          <a:bodyPr anchor="t" anchorCtr="0">
            <a:no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3E2EC8B-C289-9C6E-ED38-44235F879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938" y="5953125"/>
            <a:ext cx="1428750" cy="536575"/>
          </a:xfrm>
          <a:prstGeom prst="rect">
            <a:avLst/>
          </a:prstGeom>
        </p:spPr>
      </p:pic>
      <p:pic>
        <p:nvPicPr>
          <p:cNvPr id="5" name="Picture Placeholder 14" descr="Macquarie University logo">
            <a:extLst>
              <a:ext uri="{FF2B5EF4-FFF2-40B4-BE49-F238E27FC236}">
                <a16:creationId xmlns:a16="http://schemas.microsoft.com/office/drawing/2014/main" id="{182A72C3-A2C5-868A-2C37-CA00240868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AAAA64F-48ED-845A-6495-CEBAF59B2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85605" y="771726"/>
            <a:ext cx="1440000" cy="14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679557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403977"/>
            <a:ext cx="5620789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3E2EC8B-C289-9C6E-ED38-44235F879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938" y="5953125"/>
            <a:ext cx="1428750" cy="536575"/>
          </a:xfrm>
          <a:prstGeom prst="rect">
            <a:avLst/>
          </a:prstGeom>
        </p:spPr>
      </p:pic>
      <p:pic>
        <p:nvPicPr>
          <p:cNvPr id="5" name="Picture Placeholder 14" descr="Macquarie University logo">
            <a:extLst>
              <a:ext uri="{FF2B5EF4-FFF2-40B4-BE49-F238E27FC236}">
                <a16:creationId xmlns:a16="http://schemas.microsoft.com/office/drawing/2014/main" id="{182A72C3-A2C5-868A-2C37-CA00240868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35C0B84-52D3-FE1C-D083-06B630B29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85605" y="771726"/>
            <a:ext cx="1440000" cy="14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77103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6F6C83-FC56-B74C-FC25-5C4175148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85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69B6BB-AD7B-FECC-278A-0DE201704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97052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40CA8FE-BF3D-A9AB-213A-0C55DB544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6183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2112232-C5BF-11A9-7C8E-DE8C2CE71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2843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</a:t>
            </a:r>
            <a:r>
              <a:rPr lang="en-US" dirty="0"/>
              <a:t>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05AE4025-64DD-ED61-D017-9B3F6CB30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338105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5605" y="2895044"/>
            <a:ext cx="5620789" cy="779490"/>
          </a:xfrm>
        </p:spPr>
        <p:txBody>
          <a:bodyPr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0E5909-701C-FEA4-3EDD-822BD3AE0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6125" y="3644352"/>
            <a:ext cx="5619750" cy="622300"/>
          </a:xfrm>
        </p:spPr>
        <p:txBody>
          <a:bodyPr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9BF03B5-5C6A-0711-F9D3-FE8C96A38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FC2BC11B-CCEC-6F69-BF1F-AABDE9EEF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65999" y="1369338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98638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25222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4E98FE92-2FEC-C608-78F4-BC70253F2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567390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FC6EE0D-D466-AA66-03A7-64BB65166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680499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9B84670-3465-E812-1124-CF2F8640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548775"/>
            <a:ext cx="1080000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62470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368775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59323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083047" cy="2950081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71FE0-E9A5-76C4-E806-2B39B6FA9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708" y="2016125"/>
            <a:ext cx="5779354" cy="34591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pic>
        <p:nvPicPr>
          <p:cNvPr id="11" name="Picture Placeholder 14" descr="Macquarie University logo">
            <a:extLst>
              <a:ext uri="{FF2B5EF4-FFF2-40B4-BE49-F238E27FC236}">
                <a16:creationId xmlns:a16="http://schemas.microsoft.com/office/drawing/2014/main" id="{01C1393F-D2BF-9508-033C-60F1932ED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928CADD-7AFB-7DEE-2CD0-8864DC981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76" y="368775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302992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345057-457A-93A9-0719-C37936A0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30C79-CD72-28A8-D9F7-35BD8446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62001" y="0"/>
            <a:ext cx="406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C8665-1F7C-F0BA-982F-BC6A17A34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003" y="0"/>
            <a:ext cx="406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2F9F5ABC-0E42-633D-C61F-40558E0D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7165" y="514905"/>
            <a:ext cx="900499" cy="850372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499" h="850372">
                <a:moveTo>
                  <a:pt x="0" y="850372"/>
                </a:moveTo>
                <a:lnTo>
                  <a:pt x="573320" y="44399"/>
                </a:lnTo>
                <a:lnTo>
                  <a:pt x="900499" y="0"/>
                </a:lnTo>
                <a:lnTo>
                  <a:pt x="354873" y="775414"/>
                </a:lnTo>
                <a:lnTo>
                  <a:pt x="0" y="8503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9D228C0-1D83-A28E-6AB7-6A131DB8E0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992" y="3024188"/>
            <a:ext cx="2835283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401F84A-1E40-3A5A-D286-DD95951A08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5104" y="3024188"/>
            <a:ext cx="2954337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4D697A9-98F6-1DDF-FFAA-639C79FB8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5216" y="3024188"/>
            <a:ext cx="2954337" cy="2486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pic>
        <p:nvPicPr>
          <p:cNvPr id="3" name="Picture Placeholder 14" descr="Macquarie University logo">
            <a:extLst>
              <a:ext uri="{FF2B5EF4-FFF2-40B4-BE49-F238E27FC236}">
                <a16:creationId xmlns:a16="http://schemas.microsoft.com/office/drawing/2014/main" id="{18204310-720D-F8CF-1749-AD3C87FB1D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8515" y="5756896"/>
            <a:ext cx="2268538" cy="899162"/>
          </a:xfrm>
          <a:prstGeom prst="rect">
            <a:avLst/>
          </a:prstGeom>
        </p:spPr>
      </p:pic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E0B7E2F-2114-6596-1D8C-EE29FB920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92" y="1645497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2B201077-19B1-0CB0-2309-0CED07C69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85104" y="1636993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478E3CB6-F9B7-531D-DDB1-A8FCE6FE2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216" y="1636993"/>
            <a:ext cx="1260000" cy="12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C3AE479-3582-3EBC-182B-B9C9259E3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213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4238670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405230"/>
            <a:ext cx="3974000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1A787-2C4B-E603-CF81-4FC3BD1A3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3226524"/>
            <a:ext cx="3962400" cy="27733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B8FDC32-AEEF-FFBF-7C6D-4860082156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755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9A6C4D4-533A-3AB8-6DF7-F11D02973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356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0E75FB9-9FA9-C9F7-F781-70769DAA68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730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89213E1E-39B0-0CED-B90E-D0BA9C563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5331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690C5B-D54F-E23F-209A-00636AD467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37053" y="1547812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483DAB54-804B-85DC-9108-9A16CE80D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53063" y="1664676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6327513C-81B5-9C56-FEF2-2D63A6B466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3755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6" name="Picture Placeholder 19">
            <a:extLst>
              <a:ext uri="{FF2B5EF4-FFF2-40B4-BE49-F238E27FC236}">
                <a16:creationId xmlns:a16="http://schemas.microsoft.com/office/drawing/2014/main" id="{13888F12-A8E0-E827-891A-633AFFE48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356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A51173F1-532B-091C-CBD9-8FBD306D09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3730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1B7EB5CE-9C07-9E38-BB4B-F7CF68788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5331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AF5CA855-FEA3-F6C2-9B61-4E24397455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037053" y="3464676"/>
            <a:ext cx="1800000" cy="1800000"/>
          </a:xfrm>
          <a:solidFill>
            <a:schemeClr val="tx2"/>
          </a:solidFill>
        </p:spPr>
        <p:txBody>
          <a:bodyPr lIns="90000" tIns="900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3706B99D-E9B6-6A35-B1BE-60CC82A3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53063" y="3581540"/>
            <a:ext cx="648000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297D644-FE1D-0BE1-4752-A3F34B1FC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155135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9116D33-ED1E-ACD8-6547-24A1C5F64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picture, right-click on the picture, choose ‘Send to Back’.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B3141-7D0C-492A-0C1A-0DAED9E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405230"/>
            <a:ext cx="3973999" cy="77949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88B92-B466-03E5-A651-7A4A4E94B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7" y="234685"/>
            <a:ext cx="1944233" cy="1108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dirty="0"/>
              <a:t>Section Header here</a:t>
            </a:r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B6C20092-4FE0-D7B3-F7BA-0526B1B39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111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1A787-2C4B-E603-CF81-4FC3BD1A3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3226524"/>
            <a:ext cx="3962400" cy="27733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Picture Placeholder 15" descr="Macquarie University logo">
            <a:extLst>
              <a:ext uri="{FF2B5EF4-FFF2-40B4-BE49-F238E27FC236}">
                <a16:creationId xmlns:a16="http://schemas.microsoft.com/office/drawing/2014/main" id="{CCCE9325-F6E9-4DA5-DDB3-056EEED87F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68515" y="5756896"/>
            <a:ext cx="2268538" cy="899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</a:t>
            </a:r>
            <a:br>
              <a:rPr lang="en-US"/>
            </a:br>
            <a:r>
              <a:rPr lang="en-US"/>
              <a:t>MU logo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819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241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3441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31C16-44E7-4139-883C-EF004203D0B3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107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AU" noProof="0" dirty="0"/>
              <a:t>Master</a:t>
            </a:r>
            <a:r>
              <a:rPr lang="en-US" dirty="0"/>
              <a:t>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44ADFF-E0DE-4E1B-8F9A-8E0EE7EAAFC2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837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46558D-EE21-4867-863A-88FAB82CC6C4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233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BBA1E-D19D-444D-8A10-C058460E469D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750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conten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4126BB-6A39-4234-B263-79576A7CDB49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5844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9177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917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B040-018E-42AD-A88C-CBB8700A35B1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5048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bullet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9177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917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B040-018E-42AD-A88C-CBB8700A35B1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8007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6EB90-3E04-4FA1-8E4B-ABD94C9B4A64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5827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F5B54C-3EA0-4EF4-94D1-28722274E68A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0654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19BB77-AA20-4C7D-B95C-21A753E4AB1F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1966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9A19C1-B89F-4FB2-9EA8-17E304F1580B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427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bullet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12AFE0-22D7-40E7-B902-21D5A1A55BC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0001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20" y="245155"/>
            <a:ext cx="8921510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8920572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28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conten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20" y="245155"/>
            <a:ext cx="8921510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8920572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0098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5E1D35-C7B4-C428-3B31-EE74D666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18838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DB7845-855C-F9EA-62B3-98DC91CE81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pic>
        <p:nvPicPr>
          <p:cNvPr id="7" name="Picture 6" descr="Macquarie University logo">
            <a:extLst>
              <a:ext uri="{FF2B5EF4-FFF2-40B4-BE49-F238E27FC236}">
                <a16:creationId xmlns:a16="http://schemas.microsoft.com/office/drawing/2014/main" id="{54EB25DE-3A94-5C1B-43AD-C39D36828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2712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59EA08-664E-1799-BD61-535D45495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36772"/>
            <a:ext cx="5418369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989424-02DC-36D9-E30B-4A39560A40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0010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E7664C-5779-3E1F-F4D6-844A6457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D32799B-1953-A47A-9BA9-6D1C3A187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B4A525-0C60-15A1-97DA-073C9CCC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469D60-470E-F8B4-9391-9D65BE9BE5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2FEC5C9-EEC9-BF33-6969-C4B046048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1FA8702-AD60-AC4D-8A41-F073610C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5C316F-5F5F-A8AF-FFC7-D1E2A23D0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73C674-C95A-486C-E3A5-21B701D8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B5CB9F99-0B34-954B-C9AB-C425CC258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4B093C-5946-CDA3-8575-2E61F52E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270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F0E32C-D968-3ABF-1F2D-4292E6C2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42825D-89E4-6CFC-1DBF-028A6BA37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59AC769-9C6E-74E7-9201-A879B5DF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D2A374A-A0EB-B045-E264-F86F631A4BF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FCB9D98-EE90-5A15-90BC-715FD4802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9A1F435-E8D5-5A38-42C5-20C32F7C6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0181B7-6D68-DE66-E35F-D676E96A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6965BE5-1757-CF18-464A-440C9A80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70F3FCAD-9D63-C229-8F8F-A0A067D05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98A0B2-78F7-18C9-985F-DE1FD6F0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714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conten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466974-72CD-0FBA-8648-12400493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C001C96-6017-6F30-8180-9453AC660E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65A84B-F8D2-0B08-EDED-0F02BCF68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853EEA7-8482-9CDC-298C-B75832DF13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4388" y="1536771"/>
            <a:ext cx="5400000" cy="4640191"/>
          </a:xfrm>
        </p:spPr>
        <p:txBody>
          <a:bodyPr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A6DE66F-30FD-4A81-98E6-4D1013370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0D7763B-61E4-26EB-CB99-84DA451A5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DD5EBB-0C82-4241-1D79-4B598A780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8D85B45-6269-EEBD-4C3B-99F0004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28DA3552-89A0-B89E-6926-F7298004F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F7AD83-2B6B-41D5-DF68-E825723D8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3583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57" y="245155"/>
            <a:ext cx="9030697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903069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1A489-A239-28B6-0E71-73D32F0406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3A2F-5C37-47AC-B476-DD06A4228197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6043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57" y="245155"/>
            <a:ext cx="9030697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741399"/>
            <a:ext cx="903069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1A489-A239-28B6-0E71-73D32F0406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/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/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3A2F-5C37-47AC-B476-DD06A4228197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2596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9063183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906318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94D937-F24A-4B87-89F5-44DC6A7C819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5587D6-25E8-7A7E-5594-D27ED25EB5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51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5AB094-0B4A-18B2-2659-FD54664CE56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201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25A313-65A1-6CDF-EE97-8414DB86B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D1AEE8C-622E-205F-253A-51A473815FA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1B9DE-00EB-2B74-DFCD-83C08CFDC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833F42EB-AF2E-884E-1409-E92FA29B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4099-A981-D119-84CF-C11B843F6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680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8ED48E-9805-4B60-8740-6A3426BA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EFF94A-DBE0-5C75-888A-BD0DEDC7B2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4EBD25-5AA1-BEEC-3CCF-40CC25C1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54838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B0FA61-C614-8FC6-E9FF-A7C45394C9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6B96D17-38D7-CD42-9FFA-59FAA3D06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9B9B777-6C9C-9A43-305B-DC31867B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BB52E4-3636-78DC-560F-B844EA02A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53B2287-8C4A-6DAB-A5BC-40BCBF79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48908DF0-7D76-1B52-4B7D-FA8F5E1B3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D0A866-4F4B-9386-AADD-6A642FE87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596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791341-A27B-A647-AB3B-F417971F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9044345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2A8C8B-BFB4-6578-B80D-E216ABE3B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904434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67255-F545-8317-5412-B752040D5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AC33DA-9930-3886-A916-7921C07FFFD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4BF3EA2-4FA9-D3A5-576E-47587FE54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EC8E5B-64B1-A956-89B6-673A84DA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E23DEE-96C7-88B0-095E-AAE449A18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2490AC6-58C9-88B2-5213-FD626EE9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6707AA49-0656-03AB-BA0D-FD859139A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619968-E843-A94F-B699-A8471F62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5730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bullet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FC8AD6-D94B-1F04-3309-8EE3AF01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96B3E7E-AA81-DC4E-E8FD-4156D6E723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261246-93EB-FB7C-5235-6D57832F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BD71BC7-48AB-CD8C-D3E4-A5B8B912EEE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7699" y="1536772"/>
            <a:ext cx="5436000" cy="4640191"/>
          </a:xfrm>
        </p:spPr>
        <p:txBody>
          <a:bodyPr/>
          <a:lstStyle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3400" indent="-261938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-"/>
              <a:defRPr sz="1800">
                <a:solidFill>
                  <a:schemeClr val="bg1"/>
                </a:solidFill>
              </a:defRPr>
            </a:lvl2pPr>
            <a:lvl3pPr marL="804863" indent="-285750"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1"/>
            <a:endParaRPr lang="en-AU" noProof="0" dirty="0"/>
          </a:p>
          <a:p>
            <a:pPr lvl="1"/>
            <a:endParaRPr lang="en-AU" noProof="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E0737C32-F5C3-238C-BC09-782ECF2BE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3BACA3-B532-4EAA-90F7-C05FFCCD393A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1616C16-6B74-63DC-2D2F-411B2FA0F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8C1AFD-5AFC-8997-A89D-FFE81B30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B4A119A-1650-EAC5-CF19-B12EEAA1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arallelogram 5">
            <a:extLst>
              <a:ext uri="{FF2B5EF4-FFF2-40B4-BE49-F238E27FC236}">
                <a16:creationId xmlns:a16="http://schemas.microsoft.com/office/drawing/2014/main" id="{65836C0F-64A8-8AEC-C2F7-69573CE82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DB00A0-4F5B-A5C1-8CB5-BFEA85A3A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7443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1056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/>
          <a:p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2390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4397D-9372-B0C1-F0EE-6A77DE87A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7783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51BFC13D-B02E-9C75-9563-9D18A627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19CAA18-95B8-37B6-2185-3D9BB858B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6F7B2BCA-54D6-AE09-9758-EDA3F185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7DB1208-E577-6B1E-B52C-E384487ED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25C4035-FAFF-CA83-294D-08B783382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73240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0CCA8B7-80CB-C171-23CE-58CAA88B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2E2EC65-BD43-8DBC-1A7E-7EFAC5BE8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9A7AFD58-69DA-550A-1E82-A8F6BFE5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2E1944A-54BC-2C46-7BC9-439D85B16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4EFB69E3-061E-9917-1F35-0EA42E57A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B04E9335-9306-A64E-4E74-899E54C637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8EF3038-76B3-627C-764F-5D21546B1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4351E16F-6FDF-4C11-4901-73B1B6FBAE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1381F3F8-E3FF-64F0-6FBC-5F61829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0A9B780-D23D-FC3A-B0F6-A0BB481466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4BDA7639-5F10-CA56-A279-32455B9E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B5930A8A-3890-F067-6B0E-291AD3559C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511D1AD6-893F-68A2-78D0-687B677C2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516A9436-552F-9FD7-3593-BEE01A9672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71E64D3B-B866-1D57-FE06-AFFC90709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BBBC4D-3579-2FF3-EC51-E19789B45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333A9066-0192-41AE-E0BF-52AEF5E5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A57B307F-4D1A-976E-3778-25EC4A9178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4826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CCD79C-BA63-0B52-BB70-D0A57C03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479A168-05AB-1653-A610-1B1ADB7365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2ED676E4-4A97-3C45-3A6B-AFCF4025B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629E250-16BE-6ACF-6084-DD2FE612D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882EAC8-4C7B-0DA3-D77F-AD707281E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4219731B-42ED-37A0-CB58-C262DECEB1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AEDC10AD-561B-528E-BB36-8DC3F510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D7ADF14-75B4-D76F-7047-8EA776DCF2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9FF3ED4A-2972-1101-C227-4B82AF09A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41ED028-A433-C9E6-2633-44FE7377B1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F59B03F7-D522-A133-4228-865DBC086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3E49399-6CD3-405A-2C1D-B3584FA8F5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DF3B7810-42E2-B0CD-5CC4-8883EEC3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88EBA39-AF51-72F0-2D81-6BB0290464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167C0B59-9AFC-D78D-0C47-4DEEDB47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AC0A036-8D28-E9C0-3AED-75A7D856A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74E9CEA-9505-488C-C25E-A0BD9C736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26EF674-83EA-EF5A-050F-7283D3DA01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9875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EBFC186-48CA-3C24-2C51-1C70CE00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FB8EAA9-0427-9F3B-D145-3544269D3E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B858D8AD-F471-5674-6338-B587FCD03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99F338B-9AE7-2BDC-3AE7-87EB8D273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4A3B4227-2702-4C32-BE73-5CCF9D372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496F985-9396-7E99-164E-51D201F49A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4F400D1E-DC5C-7E14-24A5-94FAE902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2510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4A4C352C-83C1-4F20-3EAF-4A866FE412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C11DE815-5015-5DB0-55A9-CA30D6856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61132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7C5AE6F-3A4E-1FA4-689D-E9553DBBC3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3699607-CEB5-03C3-AC3A-53E8D0092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29754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8F9A133E-AD4B-08F4-CB1C-73CA54EDC4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924AFCE-D751-5C95-F090-DA5C62E41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98376" y="1642243"/>
            <a:ext cx="1440000" cy="13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38E7A7B7-476C-BCB2-52E8-F08E5755F9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3117030"/>
            <a:ext cx="1965325" cy="3083754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762ECC59-AFBD-3286-B4C7-0D77E565E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882A8E-6712-865C-D914-7253FC3B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9332325-A5B0-9D15-A7BA-3265C55B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3370C72-4583-ED5C-E207-6CD316A30D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496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ff prof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8075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807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/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7610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ff profil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8075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8075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/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/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08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8EC41-071D-BB64-0EDA-9549FEC30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0676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7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0201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277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ff profil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CF7FA8-C4AD-7FD2-8E59-3C848A877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88" y="1642243"/>
            <a:ext cx="22320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4009292"/>
            <a:ext cx="3237694" cy="2219628"/>
          </a:xfrm>
        </p:spPr>
        <p:txBody>
          <a:bodyPr l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endParaRPr lang="en-AU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AC99C5-BD7C-7213-F2AF-128E1D5AF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7648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AAB9954-53E4-EE0E-BC52-1990B2B155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3714" y="1642242"/>
            <a:ext cx="3420000" cy="4586678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arallelogram 5">
            <a:extLst>
              <a:ext uri="{FF2B5EF4-FFF2-40B4-BE49-F238E27FC236}">
                <a16:creationId xmlns:a16="http://schemas.microsoft.com/office/drawing/2014/main" id="{6CC5FA41-A0A6-70E4-D012-234C285AC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5C4A9-AEAB-AAFF-8214-540A32D6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AAD86E-F959-DE0B-3179-39EC6705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134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4139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ith ico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198D5F-2353-8F82-1A7C-184ADFC68D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1803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2A1536-12E3-0573-994B-171091E6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2D2C71-FB0A-C76D-A06A-E533CA80126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A31F2AD-DE26-D578-DCC7-1F03EA2C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A215EB5-9F5E-E042-8784-4EBB61F8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1840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3B58DA-AC54-BCD6-6096-B8503BAB7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6603F59-FC27-E8DB-F67A-2F218738BD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91EC5B34-6A6A-53C9-2FCF-120A39B1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9E72A7A4-FF76-95DB-53D3-3F8CF6A59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8154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1712EA-B167-773E-20A5-EA2D8C5AB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06D1CC7-3644-39C3-B41D-0F4B8836D7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3C30E-CCCC-4E7D-57D6-71CA8F84E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DE64952-33ED-2C73-CB2D-6F0AC5198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507DE9C-E7BB-A276-0419-A2D0445A1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A7FD589-4ECB-B75B-232B-1D7433DD69D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3555BF8-8F9C-85BE-8688-FCCDA8F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ED0719-721E-149C-50EA-468F281A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C31DFB03-B8A7-BF88-0E45-6A882BAE9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782A02-2CAF-CCEA-EC9A-E0581B0C9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66ACF57-4412-8929-FEF9-8E072F382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7FD27F2-1470-CF91-7E3B-CA32603F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3126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5D4728-C648-B28F-9003-D86E734F2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8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C89BF1-4318-21AD-32F0-6A185730CD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48758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03D071F-0E65-F93B-5110-6CBB22EFF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A67147B-0019-97CD-E08E-E06609539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5D1A0B-0276-24BF-D0B4-6DBEAAFA8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21350F-CF8E-119B-5BAE-5EF023B493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3B264B2-C5C3-FD82-7776-D971FA55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03C1D-657C-DD46-5BE5-E4672A52C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0CB248B6-0AA2-7496-423B-756B74490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FF6158-85EE-E318-4D68-00282FF17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254DD90-690A-02EC-AAA2-9882EDE88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D1BC030-037A-1271-FFEA-97843BA5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51618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ico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122AE4-CE90-FA17-80BD-F11F3665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8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5EE3800-02E7-0C31-7236-4EB333759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48758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00C519C-CE05-BB18-B6AB-072659C32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4D80DA3-B670-386C-693C-0FEFF565E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803641-F611-576C-8B7A-E9625C5C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99472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3C3383D-EC57-77BD-398E-211B39271F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59974" y="2799471"/>
            <a:ext cx="5304414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50B0337-D684-D0AA-2549-E2093A67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B2B09D-9B11-9A10-28AA-E942BA58C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2" name="Parallelogram 5">
            <a:extLst>
              <a:ext uri="{FF2B5EF4-FFF2-40B4-BE49-F238E27FC236}">
                <a16:creationId xmlns:a16="http://schemas.microsoft.com/office/drawing/2014/main" id="{2488A8DF-07E7-91A7-2293-20924091E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691CD3-8AD0-01D9-387E-776A05BE9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61D5F4-7752-7C26-240B-13AF55A43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3074DB50-AF52-C226-6D02-AC38AC8D1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3507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268797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DCA26DD-50DF-2E17-EEA9-807D07CD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1695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ico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08E8E45F-9611-E7E3-7C3F-5CC9D34F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/>
          <a:p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DCA26DD-50DF-2E17-EEA9-807D07CD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68187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D9A1-3253-EA83-BB7F-FDDE1E04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E582208-7C63-9E7E-45F4-45CDEFE4907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55B3BFA-71B5-E537-CB13-1FE14E733A0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C1331E32-9FA9-B29A-E096-D0C093C98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EF56307-F954-5F2E-3ED6-047A91C61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1E465B05-179D-6D15-BE3F-AB7C784AF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34573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FC16B-4E91-4459-BE5C-E4095F89C477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A42D-A13C-AFB2-732E-F4C99256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5FFB170-CF1C-02E5-1398-A5E1D36161B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6F7D9F-6797-9387-29AA-E50EF234EDE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6B3AC0E0-247E-E2F2-41AF-90C5AB890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077CE0A-DB05-29AA-4C48-3AAC20ABF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64FB92E-A144-1906-99C0-41DD88EC1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358092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80F2E4A-6044-D732-EB89-8B493FF4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95584A7-3940-6B32-30DC-64207CF913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21074F1-3D10-18E9-1B80-9271A90A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20/4/2026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D55C0B-F2EA-0309-7A43-C75FEA122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CE030E51-25C5-383E-EDCB-833FB6D7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E3AF4D-FC84-8F29-AEC9-C434915C3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A1F3DF8-9875-D442-F58F-59EAB2E46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F25690A-7699-24C6-8BB2-A69EAB2BEAF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5A76F81-8125-D1FA-B78B-A69C4864992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41B1C1-75C3-2F91-ED76-F4819C90A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BB0E8A9-219C-9E64-BC72-46EA386EE4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E1934025-DD7A-A2F8-C52C-C9ACC6D91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6308FE8-822D-3562-88BA-989050B20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F3EDD625-B9D0-7DCB-91E8-79B2A6930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28963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9F97823-F9F9-0B83-4728-66678B76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DCA73BE-1A38-E41D-C731-E40484609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FD4DE05-0677-46E8-EA74-25FB83FB2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20/4/2026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6B3020A-D7B7-1E8D-74ED-53942CD2D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84856E82-4D5D-AE05-B216-59795111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210335-4B74-CB52-85A7-D3FC42AAB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0C6C87-8C9B-699F-7DE0-26CEDC6B4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A6C4827-4DFD-3B62-514A-9FCB60EB27B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D6FF8B6-8228-B3E3-33D5-08C0DFB80DA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671C4D-9670-408B-537A-10A29B3D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88C6C3B-05B7-8AE0-4570-8EE54C6D33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38DCF2C-0C67-89AE-4067-4DF103E8A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22F13699-4528-D3E6-F1D2-6C2D4F5D1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AF23FDD9-9512-14F4-88D8-691076E7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9367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ico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81ABCF8-1560-E3D3-E26A-CB73D3EE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BE64A9D-62A9-940F-9607-D2C4213C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8355B44-2CD3-3D2C-66FE-FB1CF55F8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F4BFC16B-4E91-4459-BE5C-E4095F89C477}" type="datetime1">
              <a:rPr lang="en-AU" smtClean="0"/>
              <a:t>20/4/2026</a:t>
            </a:fld>
            <a:endParaRPr lang="en-AU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925F78D-E39F-9DEF-AC45-E31DC9849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16" name="Parallelogram 5">
            <a:extLst>
              <a:ext uri="{FF2B5EF4-FFF2-40B4-BE49-F238E27FC236}">
                <a16:creationId xmlns:a16="http://schemas.microsoft.com/office/drawing/2014/main" id="{F5505288-B598-3DB4-A3C5-F3859B2E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2B7682-C2C2-7D0F-063D-2C6495EB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433D8B5-B205-8073-EA04-DB42DF977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73178BD-F9DB-4125-31D0-2F919DE8C4E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F1B6B73-D8B7-F472-7B05-D4498A3B81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2799472"/>
            <a:ext cx="3420000" cy="3377491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0329C0C-BEF4-6A3B-2B52-0F9B1F853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118CE7B-3FC8-6749-1F81-FC5916E60B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3E1FE6B4-C878-9750-35D6-F24C07B54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FF20CEFE-62BA-B50E-C2AB-A414E456F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3793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A39AF49-433D-7BA8-020C-F405B6D40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3701" y="1628775"/>
            <a:ext cx="1080000" cy="9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3930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7C50B3D-26D2-B495-9D71-A6C14754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A762AB-C438-FA0A-D8A0-AB21F493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C30DDD0-CB87-37E4-84FE-DB93139F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DE9033D-49D4-8FD2-F205-4A61377FE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4C24C9C-0F16-6B5E-805F-E9675F89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69396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ple colum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9648AA-1896-A973-6E34-2A2340E1B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6817FBA-FFA8-F6BD-ECDA-D1951F4CA1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B2465CA-371B-F473-3AFF-C27B3B2E9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95FE70-7B56-EE83-8113-34015BDE0D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9201BF0-E79A-9003-6A82-A2A6A4D03B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7C50B3D-26D2-B495-9D71-A6C14754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A762AB-C438-FA0A-D8A0-AB21F493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C30DDD0-CB87-37E4-84FE-DB93139F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DE9033D-49D4-8FD2-F205-4A61377FE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4C24C9C-0F16-6B5E-805F-E9675F89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397977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4397D-9372-B0C1-F0EE-6A77DE87A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CA5619A8-2165-0556-9633-56C8ACDA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8E1DD-08A6-6C74-728A-133FA097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49E58F3-D034-9026-6B28-4CCBF2DCE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636A7477-66A7-786C-75A9-61439DC9D5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20FE1F0-0925-22C6-B62D-7807832244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C5CB6F3-679C-CE7E-CC1A-6F9D4E72B2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C674B57-48D0-07E0-EF0A-0431C18EB3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86B16E5-F334-65C6-B6D1-6F0E3F97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9E700F8E-9116-987A-BEAE-43F981B6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11222BAA-416F-87A6-5651-3828AF55D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98F9EDC4-FC70-A088-9BD5-EF69FF512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D72977F-98FD-9B36-8E9D-A6528BEB1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996169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acquarie University logo">
            <a:extLst>
              <a:ext uri="{FF2B5EF4-FFF2-40B4-BE49-F238E27FC236}">
                <a16:creationId xmlns:a16="http://schemas.microsoft.com/office/drawing/2014/main" id="{525C4035-FAFF-CA83-294D-08B78338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182D3C68-B988-2388-74BF-55C31A25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A3169375-8F4E-FDC4-8A81-CBA909877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/>
          <a:p>
            <a:fld id="{A17E76C1-6860-4658-ACAF-BC70864B9A34}" type="datetime1">
              <a:rPr lang="en-AU" smtClean="0"/>
              <a:t>20/4/2026</a:t>
            </a:fld>
            <a:endParaRPr lang="en-AU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4E269D22-D623-C169-B170-18F86FECF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9A58F0A-7D30-B7A5-7A6E-A250783E6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4" name="Parallelogram 5">
            <a:extLst>
              <a:ext uri="{FF2B5EF4-FFF2-40B4-BE49-F238E27FC236}">
                <a16:creationId xmlns:a16="http://schemas.microsoft.com/office/drawing/2014/main" id="{EAE14254-910C-376F-9295-CA617C311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5AADE5-AB4C-33FE-0780-01D7446F3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3011F18-7D1B-0D18-6DE8-FDB6DFA0D9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9BA556B-AFC1-B84B-7A55-7017BD88C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BB50DC50-56D1-21CE-00E2-814AEFBF07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FB8A249-F968-C5CE-62E1-1166C2D1D1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8E3080C9-E168-7923-4A93-A00528F95A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4BB8DF00-FB97-2EBA-E339-39CDF66D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DF2F1283-0CE5-C837-E13D-5E591B9CA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1B3B168C-F92D-E16D-3FC5-A037E2FD0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9C3622B2-B3BA-150B-717F-91183616F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68A431C9-B30D-2EA3-AEF6-7613CCE85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2F2B6632-A883-7094-E169-AC7E81052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05482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E63F0E9A-E83E-3CD2-0970-78DB9D114E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AD5AEF88-E166-7FC2-8100-754373B4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071C1370-21B2-0525-6BFB-DD733515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8653E0D0-8212-8DD4-41F9-498BD1E06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3CA10C0-1E60-F2E3-928F-30B81562A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8BCDD0C3-B25C-6961-3AF0-4B2F381A0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06E8B5-781F-CDF3-0385-3B77FD141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0C75617-D4BA-6115-0AC3-EF2B76D1C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EBBE3C2-0760-0065-C7BC-375483167A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76DCC411-5F74-D83C-4F20-441072D6F1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BA05D2BD-A9BE-CB40-C18F-8F65ACB985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FAF56461-36CB-9B57-B16D-E9C8C2D30F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A4B13D8-CDE6-6455-BDF3-AF366A2E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B6C86C63-A749-BAC2-DD7B-E03439F2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57A5A772-4529-4186-68B7-B5294D33C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CDEAC3EE-8113-B460-328A-3D4AF4D7E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334536C9-3ED5-1805-B7A9-B21078385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D36227D3-F616-F2ED-201F-DD5FF6AD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7699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1F005F1F-0FBA-6662-4BFC-2E6EAFC11D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757470A5-752E-7460-2035-82DEFA68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B51C200A-DCF2-444A-0F1F-D10020DA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FEDD4E8D-1BE5-00BD-E3DE-1AEE7FA3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4601442-8048-D5F3-7631-67ED45133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F565F629-4CC9-7DDD-8DF0-D65E1576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0B5346-EDE1-1188-DF91-6E1BFABB0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E8D76117-3126-F41C-5BA1-60C299AD1D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8311587E-AD01-1EB4-A3B5-1CADCBEDAD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9E13549C-8030-8DC1-1D8D-FB0F196B6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62C97A6-C4E6-BE72-1CC7-AAF2B2B539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8FE34385-B05B-E69D-7545-9E5E6A2F6E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8BBA152-96B6-2462-E45F-CF00FC95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5E30F9D4-F9E1-8E53-D947-FD6AD4B8E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805EABD4-BCD9-2E75-1C44-7742ED46B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CB549350-8141-325C-6F19-8ABD40601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1FD65034-862F-EDF9-25EA-A6F49A4E4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DD9608CD-EBCD-708B-4BCE-3ACC13000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00371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column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cquarie University logo">
            <a:extLst>
              <a:ext uri="{FF2B5EF4-FFF2-40B4-BE49-F238E27FC236}">
                <a16:creationId xmlns:a16="http://schemas.microsoft.com/office/drawing/2014/main" id="{23F8E200-B5D4-03BC-9094-C6C495DB78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FDB1E401-5D3E-2387-64D3-C7E7FCC3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95E37125-5288-8DE4-8FAF-DEFE0E1F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7E76C1-6860-4658-ACAF-BC70864B9A34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B70D9145-5C1D-C43F-923D-40FFBF733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BF09BD3-B684-8532-40D8-9B61B62E94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5" name="Parallelogram 5">
            <a:extLst>
              <a:ext uri="{FF2B5EF4-FFF2-40B4-BE49-F238E27FC236}">
                <a16:creationId xmlns:a16="http://schemas.microsoft.com/office/drawing/2014/main" id="{B9458A43-107C-CD88-E080-48C47A1FF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3A70A6-75A4-2EFB-C6F7-870B07C6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D9BEA815-2D7C-E1EA-DC68-9B3AA0DF22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3AA40C04-E346-A044-8883-3A5FE69147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92510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2098743D-2BC0-9BF0-17CE-8BE2C008E5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1132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2B6DBF01-F0BC-5125-7CB4-83ADA27262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9754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00DABAE8-BFD3-DAF5-6AE2-A8B3354E4B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98376" y="2648343"/>
            <a:ext cx="1965325" cy="3552441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69B5EAC-329C-FC5C-B5C3-E46A3E72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B711C630-64B7-FAA7-AD3E-572D90E09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886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09AF1A34-7A67-7A5D-DC88-EAEDDD6EA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92508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E93D15A0-9D15-6668-6482-A0CDF4C6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6113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F2163A2-BBA2-0BBB-D365-0F54776E6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429752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AEAB0B13-0AA8-EF18-611D-7D25B859D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95710" y="1628777"/>
            <a:ext cx="756000" cy="684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2847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CE71BDF-BE5E-F699-4FD8-580A590A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1832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 image tex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B00431-C654-88F0-B6D3-B0FE171E3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E52F80-918E-BB39-4140-003B7EE8C40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550A81-340A-DE00-2734-7BDCF55B9C6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CE71BDF-BE5E-F699-4FD8-580A590A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86487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ree column with icon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25DE-3A94-5C1B-43AD-C39D3682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74BAC25-4106-EF74-B049-3A0208984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AA034-6E1F-19E2-D4F0-6DB7F203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625D2F-7F6E-9157-C520-53D2867B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7BEE59A-D283-53E3-986F-BE42DA13C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3C3A9B-F59E-484C-BB86-A077B6D3E12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33E96DC-48EB-793D-1355-60EC2C6C822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2EDFE3B5-6A7A-031D-9C14-CD8626AE1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1E2EDEE5-7FAC-9E32-C391-D95821CD1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97276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cquarie University logo">
            <a:extLst>
              <a:ext uri="{FF2B5EF4-FFF2-40B4-BE49-F238E27FC236}">
                <a16:creationId xmlns:a16="http://schemas.microsoft.com/office/drawing/2014/main" id="{54EB25DE-3A94-5C1B-43AD-C39D36828D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0FC2CC9-F497-03EB-2D99-E9C9F9E5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D665C1D8-B176-3B64-B5DE-ABC0425B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98F5D2C2-E9AE-9B96-8F77-0426DA2D1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A9AB1CF-5054-0F5C-9FBD-B1DC9CD161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6" name="Parallelogram 5">
            <a:extLst>
              <a:ext uri="{FF2B5EF4-FFF2-40B4-BE49-F238E27FC236}">
                <a16:creationId xmlns:a16="http://schemas.microsoft.com/office/drawing/2014/main" id="{AC558D20-0A18-5DED-2004-141C4C07A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076112-FBCC-EA7F-B224-DBA8E5BD6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4C1268-7D8C-82F4-C1FF-526E9D77B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3DEF27E6-3D09-C301-D269-226BE99B0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8C2AB4B-3318-E920-4FCF-CBA0F91111C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8E401AD-BC97-1F65-B081-9EC8CC20FC6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56748F73-B38E-462E-8C66-5CF1460C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99BB7453-6906-FDE9-91D8-6AB7955C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758A1E54-948D-781D-AF01-F4EEEFEF4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56104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ED52B518-C8BB-9015-2D29-1E079B178F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6B011141-B5C7-8E3D-6898-10A6FDB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87B1596-CD27-1B9A-9AC7-703522879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77F63094-9DF7-F54B-5B9A-44C01A64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7D43DF01-BECB-A03B-91FB-99C7560E7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D0DE3687-0CCB-9C16-57F0-89C3F1B30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516839-47B3-CD17-E287-F5C65F215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653E76B-BEB8-8D80-5598-045F5140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04BE404F-46A4-82BE-4D63-D402B55BD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80A714C-4698-339C-18D2-2A17EC97863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6689643-091E-DC48-FFD2-2F08CF3393B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2B1F8D2-41FA-E1D1-DEC2-1138E70D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2B53C7C4-A96D-296C-241D-10D2F36E5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AA931C17-2FF4-6C03-2409-AFA7FB36F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50120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4C4C5F20-0C8F-8CE7-62AD-CEC66CE3B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09B4837E-55E5-21A9-1AB2-E1C829B8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48757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55F7D5A-477A-B96D-1536-230B9C15C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04244860-A13C-0000-0E9D-852241111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A7F1C4F-79C9-2E68-A3A9-23268008C3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48757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C4B929B1-425E-ED64-77CB-9A92FBB6A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5E5BEE-11EC-99A6-A91D-984F2539D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1D3FA9C-7AAB-FD21-2935-13A8C7521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A2E3ED2C-61ED-B0E7-B0D0-35E8BDED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4D307C0-872C-15A8-F8BA-552A33A27C2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BA65A5D-72ED-B8B0-9077-9ABE148B35C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D4FFD407-5F5D-98C2-E264-3E42C04E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894C2D3-FBBF-C4CE-0F95-9583B64AE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67CF3492-19E7-CA2C-E7A9-B525468D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50505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 tex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cquarie University logo">
            <a:extLst>
              <a:ext uri="{FF2B5EF4-FFF2-40B4-BE49-F238E27FC236}">
                <a16:creationId xmlns:a16="http://schemas.microsoft.com/office/drawing/2014/main" id="{933348B1-5631-9930-2842-5AAF86E610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70A3C1AB-85C0-DB26-67F0-5B4271F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48759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8B73679-D978-935F-4428-E01F72ED2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299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0278DC-7CD8-4282-9C25-9DAFB8D0C73C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3432B46-D3A4-CEBE-F221-22B7C00DF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8504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B6F3D2A-AAFB-4161-A417-ADC716229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48759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27" name="Parallelogram 5">
            <a:extLst>
              <a:ext uri="{FF2B5EF4-FFF2-40B4-BE49-F238E27FC236}">
                <a16:creationId xmlns:a16="http://schemas.microsoft.com/office/drawing/2014/main" id="{AD2E213A-A482-EDDF-ACD0-9CDCE6C11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8414BC-A5C9-ED9D-CCB4-89967802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44B37C1-CA15-87AF-3145-F8E4660B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220934A1-F3EA-C125-B25F-2C07464D1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886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BCBE7E0-9365-1607-2082-FC7E0FA2156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3794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B647E7F-00B1-FFEF-48E5-6D0628A6FB9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701" y="4592963"/>
            <a:ext cx="3420000" cy="1584000"/>
          </a:xfrm>
        </p:spPr>
        <p:txBody>
          <a:bodyPr lIns="0" numCol="1" spc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90B48A0-E8E7-306F-BF26-BA0E126B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501" y="6356350"/>
            <a:ext cx="2743200" cy="365125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BF9C1E34-A650-2C7F-8AD2-0D10BA15C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33794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A9FD9969-935C-8345-A1C5-0F78F306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1" y="1628775"/>
            <a:ext cx="3420000" cy="2700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45306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82346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layout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2925F-8D67-4B3F-B3F8-B3B03D51667B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82278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E03AC-DFB7-CEBB-93DC-0FEAAD70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D4C9C6-B3A7-49AE-BAB0-BB9DFF027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70324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E03AC-DFB7-CEBB-93DC-0FEAAD707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9FDD12-8924-B928-BF5A-1BCA4EF45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1194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AE6886-2039-ABE0-3B7A-F040004FA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06526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245155"/>
            <a:ext cx="8921043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7" y="741399"/>
            <a:ext cx="8921043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97CD803E-1638-0B2F-66EC-0DF1BF60D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4269F-35D5-67C4-58F1-99CE0837A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63690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 layout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45155"/>
            <a:ext cx="8921041" cy="538616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9" y="741399"/>
            <a:ext cx="892104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28776"/>
            <a:ext cx="7229908" cy="4548188"/>
          </a:xfrm>
        </p:spPr>
        <p:txBody>
          <a:bodyPr lIns="0" numCol="2" spcCol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92925F-8D67-4B3F-B3F8-B3B03D51667B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86400F7-DE94-8C78-D8F5-B0432E74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43700" y="1628774"/>
            <a:ext cx="3948299" cy="522922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Parallelogram 5">
            <a:extLst>
              <a:ext uri="{FF2B5EF4-FFF2-40B4-BE49-F238E27FC236}">
                <a16:creationId xmlns:a16="http://schemas.microsoft.com/office/drawing/2014/main" id="{F85F9794-4C14-6429-C762-3F36479F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4E247-E450-F496-103D-C378D871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E27F04-6069-D8F5-7AC8-1FC13FD2A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6903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74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2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/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51AE-7B41-4B15-BBA3-E5C7244AA2B8}" type="datetime1">
              <a:rPr lang="en-AU" smtClean="0"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732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E8506-138B-C292-D12C-94A88B15C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30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E8506-138B-C292-D12C-94A88B15C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407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70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  <p:sp>
        <p:nvSpPr>
          <p:cNvPr id="7" name="Parallelogram 5">
            <a:extLst>
              <a:ext uri="{FF2B5EF4-FFF2-40B4-BE49-F238E27FC236}">
                <a16:creationId xmlns:a16="http://schemas.microsoft.com/office/drawing/2014/main" id="{D10A947C-5768-8FC1-740A-74A6F4554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759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graphics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641C-857D-6970-9E8C-535F8149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56211" cy="53861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0620F1-7E89-2B7E-315C-7F356B7A4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418" y="741399"/>
            <a:ext cx="8956211" cy="314516"/>
          </a:xfrm>
        </p:spPr>
        <p:txBody>
          <a:bodyPr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F3A3-A2DB-EF68-F811-2FF99CE5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</a:t>
            </a:r>
            <a:r>
              <a:rPr lang="en-AU" noProof="0" dirty="0"/>
              <a:t>text</a:t>
            </a:r>
            <a:r>
              <a:rPr lang="en-US" dirty="0"/>
              <a:t>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5422-DD1F-9A92-5054-BC1678BB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2051AE-7B41-4B15-BBA3-E5C7244AA2B8}" type="datetime1">
              <a:rPr lang="en-AU" smtClean="0"/>
              <a:pPr/>
              <a:t>20/4/2026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1637-37F7-249A-0F63-8C7B581D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1F509-E4E1-8FD7-EE4D-2AD2BA12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Parallelogram 5">
            <a:extLst>
              <a:ext uri="{FF2B5EF4-FFF2-40B4-BE49-F238E27FC236}">
                <a16:creationId xmlns:a16="http://schemas.microsoft.com/office/drawing/2014/main" id="{098AFDC6-7804-ED94-3DD4-6EFAA42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E5C69-B401-D177-6CBC-5FAA53405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23888" y="1299411"/>
            <a:ext cx="110398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E3E24-4740-CE29-CB3D-759CA50F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2645" y="187358"/>
            <a:ext cx="2267717" cy="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70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050E-3625-CB9B-EEA9-1EC03119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C8E1E-3C6D-A640-BC96-0F670CF8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1ACD-B7CC-4C2B-ADC5-546B74664BE7}" type="datetime1">
              <a:rPr lang="en-AU" smtClean="0"/>
              <a:t>20/4/2026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B5371-64AD-18AC-7350-7C9899AAE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C2DBD-235F-AB15-A344-08389EED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61574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75B0D-A907-9E11-FD8F-E09B8440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682-0843-4720-AC47-4C5FDE6CAC97}" type="datetime1">
              <a:rPr lang="en-AU" smtClean="0"/>
              <a:t>20/4/2026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3F910-B2C1-DA39-A0A8-5D2B5206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0190B-EE3C-F60F-0AD9-7CBCCD8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F96F8-3C4A-44BA-8813-69AD9933C9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581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theme" Target="../theme/theme1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image" Target="../media/image1.png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A4B64-515F-B9D4-8195-16363F8E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45155"/>
            <a:ext cx="8948757" cy="626548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AU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69BDA-8AA7-0401-F827-030FD1D00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536772"/>
            <a:ext cx="11039812" cy="464019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1"/>
            <a:r>
              <a:rPr lang="en-AU" noProof="0" dirty="0"/>
              <a:t>Fourth level</a:t>
            </a:r>
          </a:p>
          <a:p>
            <a:pPr lvl="2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BCDC-92E7-5502-CE1B-0123DAB77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847" y="6356350"/>
            <a:ext cx="2719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D616114-BA9B-4C6E-B514-81CA42C1BD75}" type="datetime1">
              <a:rPr lang="en-AU" smtClean="0"/>
              <a:pPr/>
              <a:t>20/4/2026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6F1F2-ED92-BC81-55D1-DC591161F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85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pic>
        <p:nvPicPr>
          <p:cNvPr id="10" name="Picture 9" descr="Macquarie University logo">
            <a:extLst>
              <a:ext uri="{FF2B5EF4-FFF2-40B4-BE49-F238E27FC236}">
                <a16:creationId xmlns:a16="http://schemas.microsoft.com/office/drawing/2014/main" id="{A9CA1528-A71D-9DB2-2370-9301FC11039A}"/>
              </a:ext>
            </a:extLst>
          </p:cNvPr>
          <p:cNvPicPr>
            <a:picLocks noChangeAspect="1"/>
          </p:cNvPicPr>
          <p:nvPr userDrawn="1"/>
        </p:nvPicPr>
        <p:blipFill>
          <a:blip r:embed="rId10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2645" y="185834"/>
            <a:ext cx="2267717" cy="899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0F7F-D34E-AD74-FDCC-FF585CACE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0501" y="6356350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6F6F96F8-3C4A-44BA-8813-69AD9933C9F2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30A36D-F5A6-46CD-EFF7-072D1F960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42257" y="1306676"/>
            <a:ext cx="1102144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rallelogram 5">
            <a:extLst>
              <a:ext uri="{FF2B5EF4-FFF2-40B4-BE49-F238E27FC236}">
                <a16:creationId xmlns:a16="http://schemas.microsoft.com/office/drawing/2014/main" id="{9E847123-361B-641F-FE41-1434CC19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9475172">
            <a:off x="-328298" y="527037"/>
            <a:ext cx="890061" cy="839889"/>
          </a:xfrm>
          <a:custGeom>
            <a:avLst/>
            <a:gdLst>
              <a:gd name="connsiteX0" fmla="*/ 0 w 877375"/>
              <a:gd name="connsiteY0" fmla="*/ 816561 h 816561"/>
              <a:gd name="connsiteX1" fmla="*/ 574883 w 877375"/>
              <a:gd name="connsiteY1" fmla="*/ 0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02492 w 877375"/>
              <a:gd name="connsiteY3" fmla="*/ 816561 h 816561"/>
              <a:gd name="connsiteX4" fmla="*/ 0 w 877375"/>
              <a:gd name="connsiteY4" fmla="*/ 816561 h 816561"/>
              <a:gd name="connsiteX0" fmla="*/ 0 w 877375"/>
              <a:gd name="connsiteY0" fmla="*/ 816561 h 816561"/>
              <a:gd name="connsiteX1" fmla="*/ 553447 w 877375"/>
              <a:gd name="connsiteY1" fmla="*/ 39827 h 816561"/>
              <a:gd name="connsiteX2" fmla="*/ 877375 w 877375"/>
              <a:gd name="connsiteY2" fmla="*/ 0 h 816561"/>
              <a:gd name="connsiteX3" fmla="*/ 351253 w 877375"/>
              <a:gd name="connsiteY3" fmla="*/ 747982 h 816561"/>
              <a:gd name="connsiteX4" fmla="*/ 0 w 877375"/>
              <a:gd name="connsiteY4" fmla="*/ 816561 h 816561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1253 w 892307"/>
              <a:gd name="connsiteY3" fmla="*/ 778665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52575 w 892307"/>
              <a:gd name="connsiteY3" fmla="*/ 786487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53447 w 892307"/>
              <a:gd name="connsiteY1" fmla="*/ 70510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892307"/>
              <a:gd name="connsiteY0" fmla="*/ 847244 h 847244"/>
              <a:gd name="connsiteX1" fmla="*/ 565128 w 892307"/>
              <a:gd name="connsiteY1" fmla="*/ 44399 h 847244"/>
              <a:gd name="connsiteX2" fmla="*/ 892307 w 892307"/>
              <a:gd name="connsiteY2" fmla="*/ 0 h 847244"/>
              <a:gd name="connsiteX3" fmla="*/ 346681 w 892307"/>
              <a:gd name="connsiteY3" fmla="*/ 775414 h 847244"/>
              <a:gd name="connsiteX4" fmla="*/ 0 w 892307"/>
              <a:gd name="connsiteY4" fmla="*/ 847244 h 847244"/>
              <a:gd name="connsiteX0" fmla="*/ 0 w 900499"/>
              <a:gd name="connsiteY0" fmla="*/ 850372 h 850372"/>
              <a:gd name="connsiteX1" fmla="*/ 573320 w 900499"/>
              <a:gd name="connsiteY1" fmla="*/ 44399 h 850372"/>
              <a:gd name="connsiteX2" fmla="*/ 900499 w 900499"/>
              <a:gd name="connsiteY2" fmla="*/ 0 h 850372"/>
              <a:gd name="connsiteX3" fmla="*/ 354873 w 900499"/>
              <a:gd name="connsiteY3" fmla="*/ 775414 h 850372"/>
              <a:gd name="connsiteX4" fmla="*/ 0 w 900499"/>
              <a:gd name="connsiteY4" fmla="*/ 850372 h 850372"/>
              <a:gd name="connsiteX0" fmla="*/ 0 w 890061"/>
              <a:gd name="connsiteY0" fmla="*/ 839889 h 839889"/>
              <a:gd name="connsiteX1" fmla="*/ 562882 w 890061"/>
              <a:gd name="connsiteY1" fmla="*/ 44399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4435 w 890061"/>
              <a:gd name="connsiteY3" fmla="*/ 775414 h 839889"/>
              <a:gd name="connsiteX4" fmla="*/ 0 w 890061"/>
              <a:gd name="connsiteY4" fmla="*/ 839889 h 839889"/>
              <a:gd name="connsiteX0" fmla="*/ 0 w 890061"/>
              <a:gd name="connsiteY0" fmla="*/ 839889 h 839889"/>
              <a:gd name="connsiteX1" fmla="*/ 557245 w 890061"/>
              <a:gd name="connsiteY1" fmla="*/ 52327 h 839889"/>
              <a:gd name="connsiteX2" fmla="*/ 890061 w 890061"/>
              <a:gd name="connsiteY2" fmla="*/ 0 h 839889"/>
              <a:gd name="connsiteX3" fmla="*/ 341044 w 890061"/>
              <a:gd name="connsiteY3" fmla="*/ 775987 h 839889"/>
              <a:gd name="connsiteX4" fmla="*/ 0 w 890061"/>
              <a:gd name="connsiteY4" fmla="*/ 839889 h 83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61" h="839889">
                <a:moveTo>
                  <a:pt x="0" y="839889"/>
                </a:moveTo>
                <a:lnTo>
                  <a:pt x="557245" y="52327"/>
                </a:lnTo>
                <a:lnTo>
                  <a:pt x="890061" y="0"/>
                </a:lnTo>
                <a:lnTo>
                  <a:pt x="341044" y="775987"/>
                </a:lnTo>
                <a:lnTo>
                  <a:pt x="0" y="8398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92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63" r:id="rId6"/>
    <p:sldLayoutId id="2147483665" r:id="rId7"/>
    <p:sldLayoutId id="2147483666" r:id="rId8"/>
    <p:sldLayoutId id="2147483738" r:id="rId9"/>
    <p:sldLayoutId id="2147483737" r:id="rId10"/>
    <p:sldLayoutId id="2147483739" r:id="rId11"/>
    <p:sldLayoutId id="2147483740" r:id="rId12"/>
    <p:sldLayoutId id="2147483667" r:id="rId13"/>
    <p:sldLayoutId id="2147483743" r:id="rId14"/>
    <p:sldLayoutId id="2147483741" r:id="rId15"/>
    <p:sldLayoutId id="2147483742" r:id="rId16"/>
    <p:sldLayoutId id="2147483744" r:id="rId17"/>
    <p:sldLayoutId id="2147483745" r:id="rId18"/>
    <p:sldLayoutId id="2147483668" r:id="rId19"/>
    <p:sldLayoutId id="2147483669" r:id="rId20"/>
    <p:sldLayoutId id="2147483670" r:id="rId21"/>
    <p:sldLayoutId id="2147483746" r:id="rId22"/>
    <p:sldLayoutId id="214748365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747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748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749" r:id="rId44"/>
    <p:sldLayoutId id="2147483689" r:id="rId45"/>
    <p:sldLayoutId id="2147483690" r:id="rId46"/>
    <p:sldLayoutId id="2147483691" r:id="rId47"/>
    <p:sldLayoutId id="2147483692" r:id="rId48"/>
    <p:sldLayoutId id="2147483693" r:id="rId49"/>
    <p:sldLayoutId id="2147483694" r:id="rId50"/>
    <p:sldLayoutId id="2147483750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51" r:id="rId58"/>
    <p:sldLayoutId id="2147483701" r:id="rId59"/>
    <p:sldLayoutId id="2147483702" r:id="rId60"/>
    <p:sldLayoutId id="2147483703" r:id="rId61"/>
    <p:sldLayoutId id="2147483705" r:id="rId62"/>
    <p:sldLayoutId id="2147483704" r:id="rId63"/>
    <p:sldLayoutId id="2147483706" r:id="rId64"/>
    <p:sldLayoutId id="2147483752" r:id="rId65"/>
    <p:sldLayoutId id="2147483707" r:id="rId66"/>
    <p:sldLayoutId id="2147483708" r:id="rId67"/>
    <p:sldLayoutId id="2147483709" r:id="rId68"/>
    <p:sldLayoutId id="2147483710" r:id="rId69"/>
    <p:sldLayoutId id="2147483711" r:id="rId70"/>
    <p:sldLayoutId id="2147483712" r:id="rId71"/>
    <p:sldLayoutId id="2147483753" r:id="rId72"/>
    <p:sldLayoutId id="2147483713" r:id="rId73"/>
    <p:sldLayoutId id="2147483714" r:id="rId74"/>
    <p:sldLayoutId id="2147483715" r:id="rId75"/>
    <p:sldLayoutId id="2147483716" r:id="rId76"/>
    <p:sldLayoutId id="2147483717" r:id="rId77"/>
    <p:sldLayoutId id="2147483718" r:id="rId78"/>
    <p:sldLayoutId id="2147483754" r:id="rId79"/>
    <p:sldLayoutId id="2147483719" r:id="rId80"/>
    <p:sldLayoutId id="2147483720" r:id="rId81"/>
    <p:sldLayoutId id="2147483721" r:id="rId82"/>
    <p:sldLayoutId id="2147483722" r:id="rId83"/>
    <p:sldLayoutId id="2147483723" r:id="rId84"/>
    <p:sldLayoutId id="2147483724" r:id="rId85"/>
    <p:sldLayoutId id="2147483755" r:id="rId86"/>
    <p:sldLayoutId id="2147483725" r:id="rId87"/>
    <p:sldLayoutId id="2147483726" r:id="rId88"/>
    <p:sldLayoutId id="2147483727" r:id="rId89"/>
    <p:sldLayoutId id="2147483728" r:id="rId90"/>
    <p:sldLayoutId id="2147483729" r:id="rId91"/>
    <p:sldLayoutId id="2147483730" r:id="rId92"/>
    <p:sldLayoutId id="2147483756" r:id="rId93"/>
    <p:sldLayoutId id="2147483731" r:id="rId94"/>
    <p:sldLayoutId id="2147483732" r:id="rId95"/>
    <p:sldLayoutId id="2147483733" r:id="rId96"/>
    <p:sldLayoutId id="2147483734" r:id="rId97"/>
    <p:sldLayoutId id="2147483735" r:id="rId98"/>
    <p:sldLayoutId id="2147483736" r:id="rId99"/>
    <p:sldLayoutId id="2147483757" r:id="rId100"/>
    <p:sldLayoutId id="2147483758" r:id="rId101"/>
    <p:sldLayoutId id="2147483759" r:id="rId102"/>
    <p:sldLayoutId id="2147483760" r:id="rId103"/>
    <p:sldLayoutId id="2147483761" r:id="rId104"/>
    <p:sldLayoutId id="2147483762" r:id="rId105"/>
    <p:sldLayoutId id="2147483654" r:id="rId106"/>
    <p:sldLayoutId id="2147483655" r:id="rId10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3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ED5A-0B97-D908-B96E-8887E125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B4E0B2-0CEA-657D-0D01-7BA72BC85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509024" cy="2950081"/>
          </a:xfrm>
        </p:spPr>
        <p:txBody>
          <a:bodyPr/>
          <a:lstStyle/>
          <a:p>
            <a:r>
              <a:rPr lang="en-AU" dirty="0"/>
              <a:t>Question?</a:t>
            </a:r>
            <a:br>
              <a:rPr lang="en-AU" dirty="0"/>
            </a:br>
            <a:br>
              <a:rPr lang="en-AU" dirty="0"/>
            </a:br>
            <a:r>
              <a:rPr lang="en-AU" sz="2000" dirty="0"/>
              <a:t>Answers in chat please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9A4801-6F88-D61E-D528-58496463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7700" y="2016125"/>
            <a:ext cx="7218362" cy="3459163"/>
          </a:xfrm>
        </p:spPr>
        <p:txBody>
          <a:bodyPr>
            <a:normAutofit/>
          </a:bodyPr>
          <a:lstStyle/>
          <a:p>
            <a:r>
              <a:rPr lang="en-AU" sz="2400" dirty="0"/>
              <a:t>Think up all the ways you can persist data in software?</a:t>
            </a:r>
          </a:p>
        </p:txBody>
      </p:sp>
      <p:pic>
        <p:nvPicPr>
          <p:cNvPr id="13" name="Picture Placeholder 13">
            <a:extLst>
              <a:ext uri="{FF2B5EF4-FFF2-40B4-BE49-F238E27FC236}">
                <a16:creationId xmlns:a16="http://schemas.microsoft.com/office/drawing/2014/main" id="{AC4B5F88-8B17-EC37-1C2B-8FCE6DEEE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338" r="-6338"/>
          <a:stretch/>
        </p:blipFill>
        <p:spPr>
          <a:xfrm>
            <a:off x="618476" y="548775"/>
            <a:ext cx="1080000" cy="1080000"/>
          </a:xfrm>
        </p:spPr>
      </p:pic>
    </p:spTree>
    <p:extLst>
      <p:ext uri="{BB962C8B-B14F-4D97-AF65-F5344CB8AC3E}">
        <p14:creationId xmlns:p14="http://schemas.microsoft.com/office/powerpoint/2010/main" val="216858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6A83-7C0A-EEC9-C200-DAAA4226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36C85A-6579-A41C-BC83-5B86526D1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509024" cy="2950081"/>
          </a:xfrm>
        </p:spPr>
        <p:txBody>
          <a:bodyPr/>
          <a:lstStyle/>
          <a:p>
            <a:r>
              <a:rPr lang="en-AU" dirty="0"/>
              <a:t>Question?</a:t>
            </a:r>
            <a:br>
              <a:rPr lang="en-AU" dirty="0"/>
            </a:br>
            <a:br>
              <a:rPr lang="en-AU" dirty="0"/>
            </a:br>
            <a:r>
              <a:rPr lang="en-AU" sz="2000" dirty="0"/>
              <a:t>Answers in chat please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4EF65C-6BE0-C3FC-4D91-5717DAACC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7700" y="2016125"/>
            <a:ext cx="7218362" cy="3459163"/>
          </a:xfrm>
        </p:spPr>
        <p:txBody>
          <a:bodyPr>
            <a:normAutofit/>
          </a:bodyPr>
          <a:lstStyle/>
          <a:p>
            <a:r>
              <a:rPr lang="en-AU" sz="2400" dirty="0"/>
              <a:t>What different targets can flutter support?</a:t>
            </a:r>
          </a:p>
        </p:txBody>
      </p:sp>
      <p:pic>
        <p:nvPicPr>
          <p:cNvPr id="13" name="Picture Placeholder 13">
            <a:extLst>
              <a:ext uri="{FF2B5EF4-FFF2-40B4-BE49-F238E27FC236}">
                <a16:creationId xmlns:a16="http://schemas.microsoft.com/office/drawing/2014/main" id="{2BE5A898-E9C9-665C-046B-96604AD7A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338" r="-6338"/>
          <a:stretch/>
        </p:blipFill>
        <p:spPr>
          <a:xfrm>
            <a:off x="618476" y="548775"/>
            <a:ext cx="1080000" cy="1080000"/>
          </a:xfrm>
        </p:spPr>
      </p:pic>
    </p:spTree>
    <p:extLst>
      <p:ext uri="{BB962C8B-B14F-4D97-AF65-F5344CB8AC3E}">
        <p14:creationId xmlns:p14="http://schemas.microsoft.com/office/powerpoint/2010/main" val="285531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CBBB-1D00-F28A-7E05-FBFC3D54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F75B69-A8F8-18F9-C17C-9DCB58855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509024" cy="2950081"/>
          </a:xfrm>
        </p:spPr>
        <p:txBody>
          <a:bodyPr/>
          <a:lstStyle/>
          <a:p>
            <a:r>
              <a:rPr lang="en-AU" dirty="0"/>
              <a:t>Question?</a:t>
            </a:r>
            <a:br>
              <a:rPr lang="en-AU" dirty="0"/>
            </a:br>
            <a:br>
              <a:rPr lang="en-AU" dirty="0"/>
            </a:br>
            <a:r>
              <a:rPr lang="en-AU" sz="2000" dirty="0"/>
              <a:t>Answers in chat please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55CD92-7564-CCEB-9745-AFD3796B9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7700" y="2016125"/>
            <a:ext cx="7218362" cy="3459163"/>
          </a:xfrm>
        </p:spPr>
        <p:txBody>
          <a:bodyPr>
            <a:normAutofit/>
          </a:bodyPr>
          <a:lstStyle/>
          <a:p>
            <a:r>
              <a:rPr lang="en-AU" sz="2400" dirty="0"/>
              <a:t>What different persistence options are available on all of these targets?</a:t>
            </a:r>
          </a:p>
        </p:txBody>
      </p:sp>
      <p:pic>
        <p:nvPicPr>
          <p:cNvPr id="13" name="Picture Placeholder 13">
            <a:extLst>
              <a:ext uri="{FF2B5EF4-FFF2-40B4-BE49-F238E27FC236}">
                <a16:creationId xmlns:a16="http://schemas.microsoft.com/office/drawing/2014/main" id="{660E79DE-2927-8426-A8F8-BCFC23772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338" r="-6338"/>
          <a:stretch/>
        </p:blipFill>
        <p:spPr>
          <a:xfrm>
            <a:off x="618476" y="548775"/>
            <a:ext cx="1080000" cy="1080000"/>
          </a:xfrm>
        </p:spPr>
      </p:pic>
    </p:spTree>
    <p:extLst>
      <p:ext uri="{BB962C8B-B14F-4D97-AF65-F5344CB8AC3E}">
        <p14:creationId xmlns:p14="http://schemas.microsoft.com/office/powerpoint/2010/main" val="361407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DC32-A689-A7D8-538F-66018D0E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426D29-9796-D4B1-BDF1-49B1350CA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76" y="2015813"/>
            <a:ext cx="3509024" cy="2950081"/>
          </a:xfrm>
        </p:spPr>
        <p:txBody>
          <a:bodyPr/>
          <a:lstStyle/>
          <a:p>
            <a:r>
              <a:rPr lang="en-AU" dirty="0"/>
              <a:t>Question?</a:t>
            </a:r>
            <a:br>
              <a:rPr lang="en-AU" dirty="0"/>
            </a:br>
            <a:br>
              <a:rPr lang="en-AU" dirty="0"/>
            </a:br>
            <a:r>
              <a:rPr lang="en-AU" sz="2000" dirty="0"/>
              <a:t>Answers in chat please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B2CB0-F10D-40B7-3206-EECC5B95E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7700" y="2016125"/>
            <a:ext cx="7218362" cy="3459163"/>
          </a:xfrm>
        </p:spPr>
        <p:txBody>
          <a:bodyPr>
            <a:normAutofit/>
          </a:bodyPr>
          <a:lstStyle/>
          <a:p>
            <a:r>
              <a:rPr lang="en-AU" sz="2400" dirty="0"/>
              <a:t>How should we escape this cage?</a:t>
            </a:r>
          </a:p>
        </p:txBody>
      </p:sp>
      <p:pic>
        <p:nvPicPr>
          <p:cNvPr id="13" name="Picture Placeholder 13">
            <a:extLst>
              <a:ext uri="{FF2B5EF4-FFF2-40B4-BE49-F238E27FC236}">
                <a16:creationId xmlns:a16="http://schemas.microsoft.com/office/drawing/2014/main" id="{48E36713-1FD9-42DC-DC5E-D8DE02A69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338" r="-6338"/>
          <a:stretch/>
        </p:blipFill>
        <p:spPr>
          <a:xfrm>
            <a:off x="618476" y="548775"/>
            <a:ext cx="1080000" cy="1080000"/>
          </a:xfrm>
        </p:spPr>
      </p:pic>
    </p:spTree>
    <p:extLst>
      <p:ext uri="{BB962C8B-B14F-4D97-AF65-F5344CB8AC3E}">
        <p14:creationId xmlns:p14="http://schemas.microsoft.com/office/powerpoint/2010/main" val="178953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Q">
      <a:dk1>
        <a:sysClr val="windowText" lastClr="000000"/>
      </a:dk1>
      <a:lt1>
        <a:sysClr val="window" lastClr="FFFFFF"/>
      </a:lt1>
      <a:dk2>
        <a:srgbClr val="373A36"/>
      </a:dk2>
      <a:lt2>
        <a:srgbClr val="A6192E"/>
      </a:lt2>
      <a:accent1>
        <a:srgbClr val="EAE8E1"/>
      </a:accent1>
      <a:accent2>
        <a:srgbClr val="80225F"/>
      </a:accent2>
      <a:accent3>
        <a:srgbClr val="76232F"/>
      </a:accent3>
      <a:accent4>
        <a:srgbClr val="D6001C"/>
      </a:accent4>
      <a:accent5>
        <a:srgbClr val="C6007E"/>
      </a:accent5>
      <a:accent6>
        <a:srgbClr val="7F7F7F"/>
      </a:accent6>
      <a:hlink>
        <a:srgbClr val="A6192E"/>
      </a:hlink>
      <a:folHlink>
        <a:srgbClr val="80225F"/>
      </a:folHlink>
    </a:clrScheme>
    <a:fontScheme name="MU PPT 2024">
      <a:majorFont>
        <a:latin typeface="Work Sans 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cquarie University PowerPoint template" id="{AC548BF2-8F30-4E84-B243-105A08A1DCE4}" vid="{9E431089-73A2-4868-8403-5A07D36FD5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04940b-6da4-4391-b89d-7ea1b503135d" xsi:nil="true"/>
    <lcf76f155ced4ddcb4097134ff3c332f xmlns="1f489cd5-4011-471a-b816-7910a3a483d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F21E68C590DF4FA2893637BABE4219" ma:contentTypeVersion="13" ma:contentTypeDescription="Create a new document." ma:contentTypeScope="" ma:versionID="d3578f7701319b351561ebf26255ebd8">
  <xsd:schema xmlns:xsd="http://www.w3.org/2001/XMLSchema" xmlns:xs="http://www.w3.org/2001/XMLSchema" xmlns:p="http://schemas.microsoft.com/office/2006/metadata/properties" xmlns:ns2="1f489cd5-4011-471a-b816-7910a3a483d7" xmlns:ns3="d504940b-6da4-4391-b89d-7ea1b503135d" targetNamespace="http://schemas.microsoft.com/office/2006/metadata/properties" ma:root="true" ma:fieldsID="5fc4342d98e4b56a2c0bda0f04c44126" ns2:_="" ns3:_="">
    <xsd:import namespace="1f489cd5-4011-471a-b816-7910a3a483d7"/>
    <xsd:import namespace="d504940b-6da4-4391-b89d-7ea1b50313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89cd5-4011-471a-b816-7910a3a483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04940b-6da4-4391-b89d-7ea1b50313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d326a50-ac0d-4633-8fa3-33004e3f7332}" ma:internalName="TaxCatchAll" ma:showField="CatchAllData" ma:web="d504940b-6da4-4391-b89d-7ea1b50313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997FC9-304A-4FFF-9ED6-0952161CA0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67A75-EF7D-40CC-B3BB-162E2395ECC3}">
  <ds:schemaRefs>
    <ds:schemaRef ds:uri="http://purl.org/dc/elements/1.1/"/>
    <ds:schemaRef ds:uri="1f489cd5-4011-471a-b816-7910a3a483d7"/>
    <ds:schemaRef ds:uri="d504940b-6da4-4391-b89d-7ea1b503135d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7B3B10-2F44-448F-864A-C1DF0754CF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489cd5-4011-471a-b816-7910a3a483d7"/>
    <ds:schemaRef ds:uri="d504940b-6da4-4391-b89d-7ea1b50313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10307</TotalTime>
  <Words>70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Courier New</vt:lpstr>
      <vt:lpstr>Arial</vt:lpstr>
      <vt:lpstr>Work Sans</vt:lpstr>
      <vt:lpstr>Work Sans Bold</vt:lpstr>
      <vt:lpstr>Work Sans Light</vt:lpstr>
      <vt:lpstr>Office Theme</vt:lpstr>
      <vt:lpstr>Question?  Answers in chat please</vt:lpstr>
      <vt:lpstr>Question?  Answers in chat please</vt:lpstr>
      <vt:lpstr>Question?  Answers in chat please</vt:lpstr>
      <vt:lpstr>Question?  Answers in chat please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Sajeda Gani</dc:creator>
  <cp:lastModifiedBy>Matthew Roberts</cp:lastModifiedBy>
  <cp:revision>126</cp:revision>
  <dcterms:created xsi:type="dcterms:W3CDTF">2023-12-19T00:28:57Z</dcterms:created>
  <dcterms:modified xsi:type="dcterms:W3CDTF">2026-04-20T03:02:26Z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0x01010062F21E68C590DF4FA2893637BABE4219</vt:lpwstr>
  </property>
  <property fmtid="{D5CDD505-2E9C-101B-9397-08002B2CF9AE}" pid="3" name="MediaServiceImageTags">
    <vt:lpwstr/>
  </property>
</Properties>
</file>